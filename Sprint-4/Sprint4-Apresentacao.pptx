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868680" cy="8686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817" y="1003097"/>
            <a:ext cx="416966" cy="41696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PUC · Programação Modular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224028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de Aluguel de Hospedagens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82296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7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 — Padrões de Projeto: Decorator &amp; Observer/Singleton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4498848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Oliveira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Vinicius Cardoso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Faria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Augusto</a:t>
            </a:r>
            <a:endParaRPr lang="en-US" sz="1300" dirty="0"/>
          </a:p>
          <a:p>
            <a:pPr marL="177800" indent="-1778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Tadeu Melgaço Valeriano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Roteiro da apresentação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91640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837944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1971081"/>
            <a:ext cx="245791" cy="245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0" y="169164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554480" y="17830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sistema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211226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e relações herdadas das sprints anteriores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42616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788920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77" y="2922057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332720" y="2642616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554480" y="273405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Decorator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554480" y="306324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Pacotes de serviço compostos dinamicamente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593592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7240" y="3739896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7" y="3873033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332720" y="359359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1554480" y="368503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Observer + Singleton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554480" y="4014216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única de notificações multicanal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4544568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77240" y="4690872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377" y="4824009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332720" y="4544568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1554480" y="463600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 atualizado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554480" y="49651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 nas classes novas desta sprint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548640" y="5495544"/>
            <a:ext cx="11094415" cy="804672"/>
          </a:xfrm>
          <a:prstGeom prst="roundRect">
            <a:avLst>
              <a:gd name="adj" fmla="val 9091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377" y="5774985"/>
            <a:ext cx="245791" cy="245791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332720" y="54955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FE7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31" name="Text 24"/>
          <p:cNvSpPr/>
          <p:nvPr/>
        </p:nvSpPr>
        <p:spPr>
          <a:xfrm>
            <a:off x="1554480" y="5586984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1554480" y="5916168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dos padrões escolhidos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 do sistema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já existentes (Sprints 1–3) que sustentam o domínio de aluguel de hospedagens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39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73" y="2186513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308152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pessoais e contato de quem aluga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2039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1113" y="2186513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53712" y="308152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abstrata; subtipos Individual, Duplo e Família (herança JOINED)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02752" y="2039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0153" y="2186513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02752" y="269748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Aluguel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02752" y="308152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cliente, quarto e residência; controla cancelamento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2062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4672" y="44622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609673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51206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Residência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804672" y="5504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Imóvel/unidade onde os quartos estão localizados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42062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53712" y="446227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1113" y="4609673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53712" y="51206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Recibo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553712" y="5504688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Comprovante único gerado por aluguel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4206240"/>
            <a:ext cx="3520440" cy="2148840"/>
          </a:xfrm>
          <a:prstGeom prst="roundRect">
            <a:avLst>
              <a:gd name="adj" fmla="val 4255"/>
            </a:avLst>
          </a:prstGeom>
          <a:solidFill>
            <a:srgbClr val="028090"/>
          </a:solidFill>
          <a:ln/>
        </p:spPr>
      </p:sp>
      <p:sp>
        <p:nvSpPr>
          <p:cNvPr id="30" name="Text 23"/>
          <p:cNvSpPr/>
          <p:nvPr/>
        </p:nvSpPr>
        <p:spPr>
          <a:xfrm>
            <a:off x="8321040" y="448056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Essas classes já estavam prontas. Nesta sprint, elas só precisam se comunicar com as novas — não foram redesenhadas.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sprint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novos padrões de projeto resolvem dois problemas reais do sistema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83464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11343C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315468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195" y="33448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Decorator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43000" y="45262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montar pacotes de serviço (café, transporte, lavanderia, passeio) sem criar uma subclasse de Quarto para cada combinação possível?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2834640"/>
            <a:ext cx="5029200" cy="2926080"/>
          </a:xfrm>
          <a:prstGeom prst="roundRect">
            <a:avLst>
              <a:gd name="adj" fmla="val 3750"/>
            </a:avLst>
          </a:prstGeom>
          <a:solidFill>
            <a:srgbClr val="11343C"/>
          </a:solidFill>
          <a:ln/>
        </p:spPr>
      </p:sp>
      <p:sp>
        <p:nvSpPr>
          <p:cNvPr id="10" name="Shape 7"/>
          <p:cNvSpPr/>
          <p:nvPr/>
        </p:nvSpPr>
        <p:spPr>
          <a:xfrm>
            <a:off x="6537960" y="315468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155" y="33448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37960" y="40690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Observer + Singleton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45262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D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avisar todos os canais (e-mail, SMS, WhatsApp, interna) quando um aluguel é criado ou cancelado, sem acoplar o serviço a cada canal?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Decorator — conceito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serviço adicional "embrulha" o objeto anterior, somando preço e descrição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6035040" cy="868680"/>
          </a:xfrm>
          <a:prstGeom prst="roundRect">
            <a:avLst>
              <a:gd name="adj" fmla="val 8421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828800"/>
            <a:ext cx="4389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base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0" y="1828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 da diária do Quarto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143000" y="2843784"/>
            <a:ext cx="5715000" cy="868680"/>
          </a:xfrm>
          <a:prstGeom prst="roundRect">
            <a:avLst>
              <a:gd name="adj" fmla="val 8421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417320" y="2843784"/>
            <a:ext cx="4069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Café da manhã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03520" y="2843784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R$ 35,00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63040" y="3858768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02C39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37360" y="38587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Transporte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3858768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R$ 60,00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783080" y="4873752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5FCBB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57400" y="487375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Passeio turístico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303520" y="4873752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do passeio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06640" y="1828800"/>
            <a:ext cx="42062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ServicoPacote define o contrato comum (getDescricao, getPreco)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ServicoDecorator guarda uma referência a outro ServicoPacote (servicoBase)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decorator concreto soma seu próprio preço/descrição ao delegar para o servicoBase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podem ser combinados em qualquer ordem e quantidade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Decorator — classes (pacote/*)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Component, ConcreteComponent, Decorator abstrato e 4 decorators concretos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0" y="169164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028090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7647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«interface» ServicoPacote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09160" y="2057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getDescricao() · getPreco()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288036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295351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HospedagemBase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148840" y="3246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precoDiaria: double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2880360"/>
            <a:ext cx="2926080" cy="868680"/>
          </a:xfrm>
          <a:prstGeom prst="roundRect">
            <a:avLst>
              <a:gd name="adj" fmla="val 8421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15000" y="295351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ServicoDecorator «abstract»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15000" y="3246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servicoBase: ServicoPacote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10712" y="41605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4233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CafeDaManha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47872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R$ 35,00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66944" y="41605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04104" y="4233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04104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R$ 60,00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123176" y="41605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0336" y="4233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Lavanderia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260336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979408" y="416052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00A896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16568" y="423367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PasseioTuristico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16568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2960" y="5212080"/>
            <a:ext cx="10545775" cy="868680"/>
          </a:xfrm>
          <a:prstGeom prst="rect">
            <a:avLst/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" y="5212080"/>
            <a:ext cx="101800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PacoteController.montarPacote(precoDiaria, servicos[])  →  cria HospedagemBase e envolve com um decorator para cada serviço escolhido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Decorator — fluxo de montagem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/alugueis/{id}/pacote — preço final calculado em cadeia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020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2846" y="247436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Quarto.verificarPrecoFinal()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preço-base do aluguel já existente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45536" y="289864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0" name="Shape 7"/>
          <p:cNvSpPr/>
          <p:nvPr/>
        </p:nvSpPr>
        <p:spPr>
          <a:xfrm>
            <a:off x="342900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8912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1766" y="2474366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HospedagemBase(precoDiaria)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6616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 concreto inicial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934456" y="289864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17804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0686" y="247436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CafeDaManha(...)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35508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soma R$ 35,00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723376" y="2898648"/>
            <a:ext cx="256032" cy="237744"/>
          </a:xfrm>
          <a:prstGeom prst="rightArrow">
            <a:avLst/>
          </a:prstGeom>
          <a:solidFill>
            <a:srgbClr val="00A896"/>
          </a:solidFill>
          <a:ln/>
        </p:spPr>
      </p:sp>
      <p:sp>
        <p:nvSpPr>
          <p:cNvPr id="22" name="Shape 17"/>
          <p:cNvSpPr/>
          <p:nvPr/>
        </p:nvSpPr>
        <p:spPr>
          <a:xfrm>
            <a:off x="9006840" y="210312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9966960" y="2331720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606" y="2474366"/>
            <a:ext cx="263347" cy="26334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44000" y="3017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Transporte(...)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9144000" y="34747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soma R$ 60,00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822960" y="4434840"/>
            <a:ext cx="10545775" cy="1188720"/>
          </a:xfrm>
          <a:prstGeom prst="round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1188720" y="443484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getPreco() é chamado uma vez no topo da cadeia e cada camada soma o seu valor ao delegar para servicoBase.getPreco() — o preço final reflete exatamente os serviços escolhidos.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Observer + Singleton — conceito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central de notificações distribui o mesmo evento para vários canais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011680"/>
            <a:ext cx="3657600" cy="2743200"/>
          </a:xfrm>
          <a:prstGeom prst="roundRect">
            <a:avLst>
              <a:gd name="adj" fmla="val 4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377440" y="22860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635" y="247619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2004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GerenciadorDeNotificacoes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37033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«singleton» · getInstancia() thread-safe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mantém a lista de canais registrados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572000" y="3383280"/>
            <a:ext cx="1463040" cy="-1179576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6035040" y="178308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63056" y="194767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193" y="2080809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48272" y="178308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e-mail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0" y="3383280"/>
            <a:ext cx="1463040" cy="-173736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15" name="Shape 11"/>
          <p:cNvSpPr/>
          <p:nvPr/>
        </p:nvSpPr>
        <p:spPr>
          <a:xfrm>
            <a:off x="6035040" y="278892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63056" y="295351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193" y="3086649"/>
            <a:ext cx="245791" cy="2457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48272" y="278892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SMS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0" y="3383280"/>
            <a:ext cx="1463040" cy="832104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035040" y="379476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163056" y="39593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193" y="4092489"/>
            <a:ext cx="245791" cy="24579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748272" y="379476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0" y="3383280"/>
            <a:ext cx="1463040" cy="1837944"/>
          </a:xfrm>
          <a:prstGeom prst="line">
            <a:avLst/>
          </a:prstGeom>
          <a:noFill/>
          <a:ln w="15875">
            <a:solidFill>
              <a:srgbClr val="00A896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035040" y="4800600"/>
            <a:ext cx="1828800" cy="841248"/>
          </a:xfrm>
          <a:prstGeom prst="roundRect">
            <a:avLst>
              <a:gd name="adj" fmla="val 8696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163056" y="496519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193" y="5098329"/>
            <a:ext cx="245791" cy="24579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48272" y="4800600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914400" y="4983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notificarTodos(evento, mensagem) percorre a lista e chama notificar() em cada canal — quem dispara o evento não sabe quantos nem quais canais existem.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Padrão Observer + Singleton — implementação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notification/* — interface Notificavel e 4 observers concretos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4434840"/>
          </a:xfrm>
          <a:prstGeom prst="roundRect">
            <a:avLst>
              <a:gd name="adj" fmla="val 1649"/>
            </a:avLst>
          </a:prstGeom>
          <a:solidFill>
            <a:srgbClr val="0B20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5852160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Notificavel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notificar(String evento, String mensagem);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GerenciadorDeNotificacoes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static volatile GerenciadorDeNotificacoes instancia;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List&lt;Notificavel&gt; canais = new ArrayList&lt;&gt;();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GerenciadorDeNotificacoes getInstancia()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double-checked locking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registrarCanal(Notificavel canal) { ...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void notificarTodos(String evento, String msg) {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canais.forEach(c -&gt; c.notificar(evento, msg));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B7DC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315200" y="1783080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79792" y="2007108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2929" y="21402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NotificacaoEmail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22402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Notificavel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15200" y="2907792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479792" y="3131820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2929" y="3264957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0" y="290779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NotificacaoSMS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138160" y="33649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Notificavel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315200" y="4032504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479792" y="425653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2929" y="4389669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4032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NotificacaoInterna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138160" y="448970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Notificavel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0" y="5157216"/>
            <a:ext cx="4297680" cy="960120"/>
          </a:xfrm>
          <a:prstGeom prst="roundRect">
            <a:avLst>
              <a:gd name="adj" fmla="val 7619"/>
            </a:avLst>
          </a:prstGeom>
          <a:solidFill>
            <a:srgbClr val="EAF7F5"/>
          </a:solidFill>
          <a:ln w="9525">
            <a:solidFill>
              <a:srgbClr val="CFE7E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79792" y="5381244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2929" y="5514381"/>
            <a:ext cx="245791" cy="245791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138160" y="515721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NotificacaoWhatsApp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8138160" y="561441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Notificavel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UML atualizado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novas em detalhe; classes existentes reduzidas às relações com elas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21650" y="1572768"/>
            <a:ext cx="10348395" cy="517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FE7E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C:\Users\danie\AppData\Local\Temp\claude\C--Users-danie-OneDrive-Documentos-Financeiro\0fe645e8-0a5b-496f-852e-d63c21f17525\scratchpad\trabalho-pratico-grupo5\Sprint-4\diagramaSprin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802" y="1645920"/>
            <a:ext cx="10202091" cy="5029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028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esses padrões?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87552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resolve um problema concreto de acoplamento e extensão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22860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0852" y="245717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154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65760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serviços (ex.: spa) entram como mais uma classe, sem alterar Quarto, Aluguel ou os decorators existentes (Open/Closed).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28716" y="2286000"/>
            <a:ext cx="658368" cy="658368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892" y="2457176"/>
            <a:ext cx="316017" cy="31601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3154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65760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3F4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AluguelService dispara o evento sem conhecer e-mail, SMS, WhatsApp ou painel interno — baixo acoplamento entre quem notifica e quem reage.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EAF7F5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77756" y="2286000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932" y="2457176"/>
            <a:ext cx="316017" cy="31601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31546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8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65760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uma única instância do gerenciador de notificações, com acesso thread-safe (double-checked locking) em toda a aplicação.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036930"/>
            <a:ext cx="395021" cy="3950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68680" y="260604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já consolidado das sprints anteriores, sem retrabalho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 permite compor pacotes de serviço dinamicamente, sem explosão de subclasses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+ Singleton centralizam e desacoplam o disparo de notificações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CEE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UML atualizado documenta exatamente onde o novo código se conecta ao antigo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5577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Perguntas?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Aluguel de Hospedagens · Sprint 4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Aluguel de Hospedagens — Sprint 4</dc:title>
  <dc:subject>PptxGenJS Presentation</dc:subject>
  <dc:creator>Grupo 5</dc:creator>
  <cp:lastModifiedBy>Grupo 5</cp:lastModifiedBy>
  <cp:revision>1</cp:revision>
  <dcterms:created xsi:type="dcterms:W3CDTF">2026-06-30T18:15:13Z</dcterms:created>
  <dcterms:modified xsi:type="dcterms:W3CDTF">2026-06-30T18:15:13Z</dcterms:modified>
</cp:coreProperties>
</file>